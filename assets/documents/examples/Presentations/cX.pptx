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9F0E-E943-74BB-B6BF-6EADDB91A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98CB49-6E14-4841-3876-69D1ED7E6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4495D-2BAC-6C14-5D17-013BAB24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CB275-3D72-AFB5-C61E-EA1361C3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8346F-DF91-E739-CFCF-ECEAA9F4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43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4FBF-156C-4854-B344-7A8AD685F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7093-1175-20D9-C512-6C71B9475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E113A-6157-892E-D442-BC4A32C5C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09566-707D-4C56-C0D6-280FAF31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E9A5E-A9BA-F6C5-CDD3-9178CB267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87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ABD55-0C71-3B30-2153-D093DB47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53CF3-B976-D93C-1731-CFE8705AE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D866-8B12-230F-D9B1-A03CAD599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849A5-D398-EC37-E10E-4C359E8E4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C8856-EFD7-D6D2-0E29-FF965DC06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1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87C25-F82B-2DE2-BC3E-5CE6F42F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963A7-C95B-6201-B57C-5F818D57E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D4C93-1E43-6132-17D3-834316630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9EEE42-6B65-510A-1AD5-B49251387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E8166-05C4-93CE-7E6B-6FF36426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E8EE8-990B-6902-B5CA-95EDBADE3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14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8336-9E9E-37B7-C40A-CD7B5CB61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63310-D2CC-3788-2DD3-14780722D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E96F7-D7BB-A832-24EC-34064C810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D54F1D-7669-A5CE-25F6-57CA20F0F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C5DDFA-D3E1-DA41-FEB8-6C4928D9B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C055F-9EB7-0E36-E4B5-21605A05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2/15/23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BDF1E9-0A4B-D3B9-AD58-BDAC97BD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06649-DF0D-E2B5-D1D5-142DF19C9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20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44EFF-1BDD-6703-1C01-6D01D802C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A96AB-906E-7803-2D40-51E9B7AAE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88117-291D-7202-2442-971C29E1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03591-B982-419A-CFD0-F10E6E3B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69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98C5A-947B-476F-5B29-CC5BE30B0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2/15/23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DB4DE-95C6-0F86-868C-04B77AE3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319FB-4480-3C30-CE44-602271FD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6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21E90-6C86-5226-ECEF-BB265681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E7DBD-0078-DC9D-8472-31937EF69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7D906-2D14-7C37-63CB-8BC3E0779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D6FCD-3BEE-5571-F77C-D3F3E1655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327E6-7B50-EEF3-F9D9-628726A89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D3A2B-9C0C-B0FC-4EFD-A4FA9F24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4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AE9C-FC97-8548-C0DA-F90597EEF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608B42-5396-9FCE-94EC-BD316A51E7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6B3F6-9D2D-BF8E-7FEE-63B902775A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BC9E3-ECC1-4AB4-6CE8-2FE31EF3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A2215-44D9-8BB5-5DD2-F2FB44B57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7C3E5-C934-9CB4-6922-779A5DC2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9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F5858-7E5E-EECB-F540-5AF9A6A0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CD3E6-C605-09C5-C6F6-14A187632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C3C2E-2795-7C36-1947-34D416D9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4CF5E-74B5-8DEC-B952-CD36C05BE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4E491-3B4A-BDC2-8BA7-6E2E7C899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86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FE6950-E4AA-7B9F-9BC7-CB239637E9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3596F5-8E15-2569-D473-4F57ABDC9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DC48A-5DA8-71B0-B0F4-861D08C87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05BC-368C-E140-A39C-AE02FE188888}" type="datetimeFigureOut">
              <a:rPr lang="en-US" smtClean="0"/>
              <a:t>2/15/23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3664A-83AB-E4D6-A288-D3A15934A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4086B-9A30-9135-2CF8-BEB8A2638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02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C7649-1897-4DCA-53C5-E11B0D86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0A83C-5026-1AF5-BFC3-12A640343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B6DF7-B510-E778-13C1-BB1F1AB2A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205BC-368C-E140-A39C-AE02FE188888}" type="datetimeFigureOut">
              <a:rPr lang="en-US" smtClean="0"/>
              <a:t>2/15/23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F47F1-925E-505F-C59A-4CBA9A39C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41604-C3F9-6166-DEBD-F2F4E1E677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7949B-B954-9D43-9C18-E709B71CD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71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4018-30AC-A140-F733-A22282FD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CanvasXpress</a:t>
            </a:r>
            <a:r>
              <a:rPr lang="en-US" dirty="0"/>
              <a:t> Image</a:t>
            </a:r>
          </a:p>
        </p:txBody>
      </p:sp>
      <p:pic>
        <p:nvPicPr>
          <p:cNvPr id="4" name="Picture 3" descr="Chart, box and whisker chart&#10;&#10;Description automatically generated">
            <a:extLst>
              <a:ext uri="{FF2B5EF4-FFF2-40B4-BE49-F238E27FC236}">
                <a16:creationId xmlns:a16="http://schemas.microsoft.com/office/drawing/2014/main" id="{61CAA9D1-A01E-C557-A25A-3E6931DEF6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450"/>
          <a:stretch/>
        </p:blipFill>
        <p:spPr>
          <a:xfrm>
            <a:off x="4183693" y="1463675"/>
            <a:ext cx="443177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45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CanvasXpress Image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Original Graph</dc:title>
  <dc:creator>Neuhaus, Isaac</dc:creator>
  <cp:lastModifiedBy>Neuhaus, Isaac</cp:lastModifiedBy>
  <cp:revision>2</cp:revision>
  <dcterms:created xsi:type="dcterms:W3CDTF">2023-02-13T16:47:13Z</dcterms:created>
  <dcterms:modified xsi:type="dcterms:W3CDTF">2023-02-15T20:21:02Z</dcterms:modified>
</cp:coreProperties>
</file>